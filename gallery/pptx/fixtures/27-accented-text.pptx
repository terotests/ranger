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/><p:sp><p:nvSpPr><p:cNvPr id="2" name="Raw"/><p:cNvSpPr txBox="1"/><p:nvPr/></p:nvSpPr><p:spPr><a:xfrm><a:off x="838200" y="838200"/><a:ext cx="7467600" cy="1000000"/></a:xfrm><a:prstGeom prst="rect"><a:avLst/></a:prstGeom></p:spPr><p:txBody><a:bodyPr/><a:lstStyle/><a:p><a:r><a:rPr lang="fi-FI" sz="2400"/><a:t>Hämeenlinna – Ærø & Ω</a:t></a:r></a:p></p:txBody></p:sp><p:sp><p:nvSpPr><p:cNvPr id="3" name="Escaped"/><p:cNvSpPr txBox="1"/><p:nvPr/></p:nvSpPr><p:spPr><a:xfrm><a:off x="838200" y="2200000"/><a:ext cx="7467600" cy="1000000"/></a:xfrm><a:prstGeom prst="rect"><a:avLst/></a:prstGeom></p:spPr><p:txBody><a:bodyPr/><a:lstStyle/><a:p><a:r><a:rPr lang="fi-FI" sz="2400"/><a:t>H&#228;meenlinna &#8211; &#xC6;r&#xF8; &amp; &#937;</a:t></a:r></a:p></p:txBody></p:sp></p:spTree></p:cSld></p:sld>
</file>