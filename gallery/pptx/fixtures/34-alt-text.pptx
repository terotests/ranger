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l"/>
            <a:r>
              <a:rPr lang="en-US" sz="3200" b="1" dirty="0">
                <a:solidFill>
                  <a:schemeClr val="dk1"/>
                </a:solidFill>
                <a:latin typeface="Calibri"/>
              </a:rPr>
              <a:t xml:space="preserve">Alt text</a:t>
            </a:r>
          </a:p>
        </p:txBody>
      </p:sp>
      <p:pic>
        <p:nvPicPr>
          <p:cNvPr id="3" name="Revenue chart" descr="Quarterly revenue by region, rising from 8.1 to 13.9 million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2743200" cy="2057400"/>
          </a:xfrm>
          <a:prstGeom prst="rect">
            <a:avLst/>
          </a:prstGeom>
        </p:spPr>
      </p:pic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0" y="160020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