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9144000" cy="6858000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914400" y="685800"/>
            <a:ext cx="7315200" cy="1143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algn="ctr"/>
            <a:r>
              <a:rPr lang="en-US" sz="4000" dirty="0">
                <a:solidFill>
                  <a:schemeClr val="dk1"/>
                </a:solidFill>
                <a:latin typeface="Calibri"/>
              </a:rPr>
              <a:t>Hello </a:t>
            </a:r>
            <a:r>
              <a:rPr lang="en-US" sz="4000" b="1" dirty="0">
                <a:solidFill>
                  <a:schemeClr val="accent1"/>
                </a:solidFill>
                <a:latin typeface="Calibri"/>
              </a:rPr>
              <a:t>World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2286000"/>
            <a:ext cx="7315200" cy="27432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algn="l"/>
            <a:r>
              <a:rPr lang="en-US" sz="2400" dirty="0">
                <a:solidFill>
                  <a:schemeClr val="dk2"/>
                </a:solidFill>
                <a:latin typeface="Calibri"/>
              </a:rPr>
              <a:t>Regular, </a:t>
            </a:r>
            <a:r>
              <a:rPr lang="en-US" sz="2400" i="1" dirty="0">
                <a:solidFill>
                  <a:schemeClr val="accent2"/>
                </a:solidFill>
                <a:latin typeface="Calibri"/>
              </a:rPr>
              <a:t>italic</a:t>
            </a:r>
            <a:r>
              <a:rPr lang="en-US" sz="2400" dirty="0">
                <a:solidFill>
                  <a:schemeClr val="dk2"/>
                </a:solidFill>
                <a:latin typeface="Calibri"/>
              </a:rPr>
              <a:t>, and </a:t>
            </a:r>
            <a:r>
              <a:rPr lang="en-US" sz="2400" b="1" dirty="0">
                <a:solidFill>
                  <a:schemeClr val="accent6"/>
                </a:solidFill>
                <a:latin typeface="Calibri"/>
              </a:rPr>
              <a:t>bold accent</a:t>
            </a:r>
          </a:p>
          <a:p>
            <a:pPr algn="l"/>
            <a:r>
              <a:rPr lang="en-US" sz="2200" dirty="0">
                <a:solidFill>
                  <a:schemeClr val="accent5"/>
                </a:solidFill>
                <a:latin typeface="Calibri"/>
              </a:rPr>
              <a:t>Second paragraph with theme color.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anger">
  <a:themeElements>
    <a:clrScheme name="Ranger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Ranger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Ranger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12700">
          <a:solidFill>
            <a:schemeClr val="phClr"/>
          </a:solidFill>
        </a:ln>
        <a:ln w="12700">
          <a:solidFill>
            <a:schemeClr val="phClr"/>
          </a:solidFill>
        </a:ln>
        <a:ln w="127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