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eg" ContentType="image/jpe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9144000" cy="68580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algn="l"/>
            <a:r>
              <a:rPr lang="en-US" sz="3600" b="1" dirty="0">
                <a:solidFill>
                  <a:schemeClr val="dk1"/>
                </a:solidFill>
                <a:latin typeface="Calibri"/>
              </a:rPr>
              <a:t xml:space="preserve">Preset geometries</a:t>
            </a:r>
          </a:p>
        </p:txBody>
      </p:sp>
      <p:sp>
        <p:nvSpPr>
          <p:cNvPr id="3" name="RoundRect"/>
          <p:cNvSpPr/>
          <p:nvPr/>
        </p:nvSpPr>
        <p:spPr>
          <a:xfrm>
            <a:off x="457200" y="1371600"/>
            <a:ext cx="1828800" cy="1371600"/>
          </a:xfrm>
          <a:prstGeom prst="roundRect">
            <a:avLst/>
          </a:prstGeom>
          <a:solidFill>
            <a:srgbClr val="5B9BD5"/>
          </a:solidFill>
          <a:ln w="12700">
            <a:solidFill>
              <a:srgbClr val="223344"/>
            </a:solidFill>
          </a:ln>
        </p:spPr>
      </p:sp>
      <p:sp>
        <p:nvSpPr>
          <p:cNvPr id="4" name="Triangle"/>
          <p:cNvSpPr/>
          <p:nvPr/>
        </p:nvSpPr>
        <p:spPr>
          <a:xfrm>
            <a:off x="2743200" y="1371600"/>
            <a:ext cx="1828800" cy="1371600"/>
          </a:xfrm>
          <a:prstGeom prst="triangle">
            <a:avLst/>
          </a:prstGeom>
          <a:solidFill>
            <a:srgbClr val="ED7D31"/>
          </a:solidFill>
          <a:ln w="12700">
            <a:solidFill>
              <a:srgbClr val="223344"/>
            </a:solidFill>
          </a:ln>
        </p:spPr>
      </p:sp>
      <p:sp>
        <p:nvSpPr>
          <p:cNvPr id="5" name="Diamond"/>
          <p:cNvSpPr/>
          <p:nvPr/>
        </p:nvSpPr>
        <p:spPr>
          <a:xfrm>
            <a:off x="5029200" y="1371600"/>
            <a:ext cx="1828800" cy="1371600"/>
          </a:xfrm>
          <a:prstGeom prst="diamond">
            <a:avLst/>
          </a:prstGeom>
          <a:solidFill>
            <a:srgbClr val="70AD47"/>
          </a:solidFill>
          <a:ln w="12700">
            <a:solidFill>
              <a:srgbClr val="223344"/>
            </a:solidFill>
          </a:ln>
        </p:spPr>
      </p:sp>
      <p:sp>
        <p:nvSpPr>
          <p:cNvPr id="6" name="Chevron"/>
          <p:cNvSpPr/>
          <p:nvPr/>
        </p:nvSpPr>
        <p:spPr>
          <a:xfrm>
            <a:off x="7315200" y="1371600"/>
            <a:ext cx="1371600" cy="1371600"/>
          </a:xfrm>
          <a:prstGeom prst="chevron">
            <a:avLst/>
          </a:prstGeom>
          <a:solidFill>
            <a:srgbClr val="FFC000"/>
          </a:solidFill>
          <a:ln w="12700">
            <a:solidFill>
              <a:srgbClr val="223344"/>
            </a:solidFill>
          </a:ln>
        </p:spPr>
      </p:sp>
      <p:sp>
        <p:nvSpPr>
          <p:cNvPr id="7" name="Star5"/>
          <p:cNvSpPr/>
          <p:nvPr/>
        </p:nvSpPr>
        <p:spPr>
          <a:xfrm>
            <a:off x="2057400" y="3429000"/>
            <a:ext cx="1828800" cy="1828800"/>
          </a:xfrm>
          <a:prstGeom prst="star5">
            <a:avLst/>
          </a:prstGeom>
          <a:solidFill>
            <a:srgbClr val="4472C4"/>
          </a:solidFill>
          <a:ln w="12700">
            <a:solidFill>
              <a:srgbClr val="223344"/>
            </a:solidFill>
          </a:ln>
        </p:spPr>
      </p:sp>
      <p:sp>
        <p:nvSpPr>
          <p:cNvPr id="8" name="Ellipse"/>
          <p:cNvSpPr/>
          <p:nvPr/>
        </p:nvSpPr>
        <p:spPr>
          <a:xfrm>
            <a:off x="4572000" y="3429000"/>
            <a:ext cx="2286000" cy="1371600"/>
          </a:xfrm>
          <a:prstGeom prst="ellipse">
            <a:avLst/>
          </a:prstGeom>
          <a:solidFill>
            <a:srgbClr val="954F72"/>
          </a:solidFill>
          <a:ln w="12700">
            <a:solidFill>
              <a:srgbClr val="223344"/>
            </a:solidFill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Ranger">
  <a:themeElements>
    <a:clrScheme name="Range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Ranger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Ranger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>
          <a:solidFill>
            <a:schemeClr val="phClr"/>
          </a:solidFill>
        </a:ln>
        <a:ln w="12700">
          <a:solidFill>
            <a:schemeClr val="phClr"/>
          </a:solidFill>
        </a:ln>
        <a:ln w="127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