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>Preset geometries</a:t>
            </a:r>
          </a:p>
        </p:txBody>
      </p:sp>
      <p:sp>
        <p:nvSpPr>
          <p:cNvPr id="3" name="RoundRect"/>
          <p:cNvSpPr/>
          <p:nvPr/>
        </p:nvSpPr>
        <p:spPr>
          <a:xfrm>
            <a:off x="457200" y="1371600"/>
            <a:ext cx="1828800" cy="1371600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223344"/>
            </a:solidFill>
          </a:ln>
        </p:spPr>
      </p:sp>
      <p:sp>
        <p:nvSpPr>
          <p:cNvPr id="4" name="Triangle"/>
          <p:cNvSpPr/>
          <p:nvPr/>
        </p:nvSpPr>
        <p:spPr>
          <a:xfrm>
            <a:off x="2743200" y="1371600"/>
            <a:ext cx="1828800" cy="1371600"/>
          </a:xfrm>
          <a:prstGeom prst="triangle">
            <a:avLst/>
          </a:prstGeom>
          <a:solidFill>
            <a:srgbClr val="ED7D31"/>
          </a:solidFill>
          <a:ln w="12700">
            <a:solidFill>
              <a:srgbClr val="223344"/>
            </a:solidFill>
          </a:ln>
        </p:spPr>
      </p:sp>
      <p:sp>
        <p:nvSpPr>
          <p:cNvPr id="5" name="Diamond"/>
          <p:cNvSpPr/>
          <p:nvPr/>
        </p:nvSpPr>
        <p:spPr>
          <a:xfrm>
            <a:off x="5029200" y="1371600"/>
            <a:ext cx="1828800" cy="1371600"/>
          </a:xfrm>
          <a:prstGeom prst="diamond">
            <a:avLst/>
          </a:prstGeom>
          <a:solidFill>
            <a:srgbClr val="70AD47"/>
          </a:solidFill>
          <a:ln w="12700">
            <a:solidFill>
              <a:srgbClr val="223344"/>
            </a:solidFill>
          </a:ln>
        </p:spPr>
      </p:sp>
      <p:sp>
        <p:nvSpPr>
          <p:cNvPr id="6" name="Chevron"/>
          <p:cNvSpPr/>
          <p:nvPr/>
        </p:nvSpPr>
        <p:spPr>
          <a:xfrm>
            <a:off x="7315200" y="1371600"/>
            <a:ext cx="1371600" cy="1371600"/>
          </a:xfrm>
          <a:prstGeom prst="chevron">
            <a:avLst/>
          </a:prstGeom>
          <a:solidFill>
            <a:srgbClr val="FFC000"/>
          </a:solidFill>
          <a:ln w="12700">
            <a:solidFill>
              <a:srgbClr val="223344"/>
            </a:solidFill>
          </a:ln>
        </p:spPr>
      </p:sp>
      <p:sp>
        <p:nvSpPr>
          <p:cNvPr id="7" name="Star5"/>
          <p:cNvSpPr/>
          <p:nvPr/>
        </p:nvSpPr>
        <p:spPr>
          <a:xfrm>
            <a:off x="2057400" y="3429000"/>
            <a:ext cx="1828800" cy="1828800"/>
          </a:xfrm>
          <a:prstGeom prst="star5">
            <a:avLst/>
          </a:prstGeom>
          <a:solidFill>
            <a:srgbClr val="4472C4"/>
          </a:solidFill>
          <a:ln w="12700">
            <a:solidFill>
              <a:srgbClr val="223344"/>
            </a:solidFill>
          </a:ln>
        </p:spPr>
      </p:sp>
      <p:sp>
        <p:nvSpPr>
          <p:cNvPr id="8" name="Ellipse"/>
          <p:cNvSpPr/>
          <p:nvPr/>
        </p:nvSpPr>
        <p:spPr>
          <a:xfrm>
            <a:off x="4572000" y="3429000"/>
            <a:ext cx="2286000" cy="1371600"/>
          </a:xfrm>
          <a:prstGeom prst="ellipse">
            <a:avLst/>
          </a:prstGeom>
          <a:solidFill>
            <a:srgbClr val="954F72"/>
          </a:solidFill>
          <a:ln w="12700">
            <a:solidFill>
              <a:srgbClr val="223344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