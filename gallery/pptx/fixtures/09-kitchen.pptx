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con.png"/>
  <Relationship Id="rId3" Type="http://schemas.openxmlformats.org/officeDocument/2006/relationships/image" Target="../media/photo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685800"/>
            <a:ext cx="7315200" cy="1143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4000" b="1" dirty="0">
                <a:solidFill>
                  <a:schemeClr val="dk1"/>
                </a:solidFill>
                <a:latin typeface="Calibri"/>
              </a:rPr>
              <a:t xml:space="preserve">Kitchen sink — slide A</a:t>
            </a:r>
          </a:p>
        </p:txBody>
      </p:sp>
      <p:sp>
        <p:nvSpPr>
          <p:cNvPr id="3" name="Banner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solidFill>
            <a:srgbClr val="4472C4"/>
          </a:solidFill>
          <a:ln w="12700">
            <a:solidFill>
              <a:srgbClr val="223344"/>
            </a:solidFill>
          </a:ln>
        </p:spPr>
      </p:sp>
      <p:sp>
        <p:nvSpPr>
          <p:cNvPr id="4" name="OnBanner"/>
          <p:cNvSpPr txBox="1"/>
          <p:nvPr/>
        </p:nvSpPr>
        <p:spPr>
          <a:xfrm>
            <a:off x="914400" y="2400300"/>
            <a:ext cx="73152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Calibri"/>
              </a:rPr>
              <a:t xml:space="preserve">Shape + text +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Calibri"/>
              </a:rPr>
              <a:t xml:space="preserve">Kitchen sink — slide B</a:t>
            </a:r>
          </a:p>
        </p:txBody>
      </p:sp>
      <p:pic>
        <p:nvPicPr>
          <p:cNvPr id="3" name="Icon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828800" cy="1828800"/>
          </a:xfrm>
          <a:prstGeom prst="rect">
            <a:avLst/>
          </a:prstGeom>
        </p:spPr>
      </p:pic>
      <p:pic>
        <p:nvPicPr>
          <p:cNvPr id="4" name="Photo"/>
          <p:cNvPicPr/>
          <p:nvPr/>
        </p:nvPicPr>
        <p:blipFill>
          <a:blip r:embed="rId3"/>
          <a:stretch>
            <a:fillRect/>
          </a:stretch>
        </p:blipFill>
        <p:spPr>
          <a:xfrm>
            <a:off x="3200400" y="4114800"/>
            <a:ext cx="1828800" cy="1143000"/>
          </a:xfrm>
          <a:prstGeom prst="rect">
            <a:avLst/>
          </a:prstGeom>
        </p:spPr>
      </p:pic>
      <p:grpSp>
        <p:nvGrpSpPr>
          <p:cNvPr id="20" name="Pair"/>
          <p:cNvGrpSpPr/>
          <p:nvPr/>
        </p:nvGrpSpPr>
        <p:grpSpPr>
          <a:xfrm>
            <a:off x="3429000" y="1371600"/>
            <a:ext cx="4572000" cy="2286000"/>
            <a:chOff x="0" y="0"/>
            <a:chExt cx="4572000" cy="2286000"/>
          </a:xfrm>
        </p:grpSpPr>
        <p:sp>
          <p:nvSpPr>
            <p:cNvPr id="21" name="P1"/>
            <p:cNvSpPr/>
            <p:nvPr/>
          </p:nvSpPr>
          <p:spPr>
            <a:xfrm>
              <a:off x="0" y="0"/>
              <a:ext cx="1828800" cy="1371600"/>
            </a:xfrm>
            <a:prstGeom prst="rect">
              <a:avLst/>
            </a:prstGeom>
            <a:solidFill>
              <a:srgbClr val="70AD47"/>
            </a:solidFill>
            <a:ln w="12700">
              <a:solidFill>
                <a:srgbClr val="223344"/>
              </a:solidFill>
            </a:ln>
          </p:spPr>
        </p:sp>
        <p:sp>
          <p:nvSpPr>
            <p:cNvPr id="22" name="P2"/>
            <p:cNvSpPr/>
            <p:nvPr/>
          </p:nvSpPr>
          <p:spPr>
            <a:xfrm>
              <a:off x="2286000" y="457200"/>
              <a:ext cx="1828800" cy="1371600"/>
            </a:xfrm>
            <a:prstGeom prst="ellipse">
              <a:avLst/>
            </a:prstGeom>
            <a:solidFill>
              <a:srgbClr val="ED7D31"/>
            </a:solidFill>
            <a:ln w="12700">
              <a:solidFill>
                <a:srgbClr val="223344"/>
              </a:solidFill>
            </a:ln>
          </p:spPr>
        </p:sp>
      </p:grpSp>
      <p:sp>
        <p:nvSpPr>
          <p:cNvPr id="5" name="Footer"/>
          <p:cNvSpPr txBox="1"/>
          <p:nvPr/>
        </p:nvSpPr>
        <p:spPr>
          <a:xfrm>
            <a:off x="914400" y="5029200"/>
            <a:ext cx="73152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2000" dirty="0">
                <a:solidFill>
                  <a:schemeClr val="dk2"/>
                </a:solidFill>
                <a:latin typeface="Calibri"/>
              </a:rPr>
              <a:t xml:space="preserve">Image + group on one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