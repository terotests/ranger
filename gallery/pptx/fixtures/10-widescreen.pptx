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Calibri"/>
              </a:rPr>
              <a:t xml:space="preserve">Widescreen 16:9</a:t>
            </a:r>
          </a:p>
        </p:txBody>
      </p:sp>
      <p:sp>
        <p:nvSpPr>
          <p:cNvPr id="3" name="Bar"/>
          <p:cNvSpPr/>
          <p:nvPr/>
        </p:nvSpPr>
        <p:spPr>
          <a:xfrm>
            <a:off x="914400" y="4114800"/>
            <a:ext cx="10363200" cy="457200"/>
          </a:xfrm>
          <a:prstGeom prst="rect">
            <a:avLst/>
          </a:prstGeom>
          <a:solidFill>
            <a:srgbClr val="ED7D31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