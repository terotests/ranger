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ipe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23344"/>
            </a:solidFill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914400" y="1371600"/>
            <a:ext cx="7315200" cy="1143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Theme + master background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2200" dirty="0">
                <a:solidFill>
                  <a:schemeClr val="accent1"/>
                </a:solidFill>
                <a:latin typeface="Calibri"/>
              </a:rPr>
              <a:t xml:space="preserve">accent1 should resolve from the custom theme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E7D32"/>
      </a:accent1>
      <a:accent2>
        <a:srgbClr val="F9A82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