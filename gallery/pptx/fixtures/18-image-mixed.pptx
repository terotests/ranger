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.png"/>
  <Relationship Id="rId3" Type="http://schemas.openxmlformats.org/officeDocument/2006/relationships/image" Target="../media/b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600" b="1" dirty="0">
                <a:solidFill>
                  <a:schemeClr val="dk1"/>
                </a:solidFill>
                <a:latin typeface="Calibri"/>
              </a:rPr>
              <a:t xml:space="preserve">PNG + JPEG</a:t>
            </a:r>
          </a:p>
        </p:txBody>
      </p:sp>
      <p:pic>
        <p:nvPicPr>
          <p:cNvPr id="3" name="A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3429000" cy="2286000"/>
          </a:xfrm>
          <a:prstGeom prst="rect">
            <a:avLst/>
          </a:prstGeom>
        </p:spPr>
      </p:pic>
      <p:pic>
        <p:nvPicPr>
          <p:cNvPr id="4" name="B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3429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