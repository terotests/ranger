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.png"/>
  <Relationship Id="rId3" Type="http://schemas.openxmlformats.org/officeDocument/2006/relationships/image" Target="../media/b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l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PNG + JPEG</a:t>
            </a:r>
          </a:p>
        </p:txBody>
      </p:sp>
      <p:pic>
        <p:nvPicPr>
          <p:cNvPr id="3" name="A"/>
          <p:cNvPicPr/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3429000" cy="2286000"/>
          </a:xfrm>
          <a:prstGeom prst="rect">
            <a:avLst/>
          </a:prstGeom>
        </p:spPr>
      </p:pic>
      <p:pic>
        <p:nvPicPr>
          <p:cNvPr id="4" name="B"/>
          <p:cNvPicPr/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4290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