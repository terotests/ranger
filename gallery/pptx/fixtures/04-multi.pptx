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ctr"/>
            <a:r>
              <a:rPr lang="en-US" sz="4000" b="1" dirty="0">
                <a:solidFill>
                  <a:schemeClr val="accent1"/>
                </a:solidFill>
                <a:latin typeface="Calibri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ctr"/>
            <a:r>
              <a:rPr lang="en-US" sz="4000" b="1" dirty="0">
                <a:solidFill>
                  <a:schemeClr val="accent2"/>
                </a:solidFill>
                <a:latin typeface="Calibri"/>
              </a:rPr>
              <a:t>Slide 2 of 2</a:t>
            </a:r>
          </a:p>
        </p:txBody>
      </p:sp>
      <p:sp>
        <p:nvSpPr>
          <p:cNvPr id="3" name="Accent"/>
          <p:cNvSpPr/>
          <p:nvPr/>
        </p:nvSpPr>
        <p:spPr>
          <a:xfrm>
            <a:off x="3657600" y="4572000"/>
            <a:ext cx="1828800" cy="914400"/>
          </a:xfrm>
          <a:prstGeom prst="rect">
            <a:avLst/>
          </a:prstGeom>
          <a:solidFill>
            <a:srgbClr val="5B9BD5"/>
          </a:solidFill>
          <a:ln w="12700">
            <a:solidFill>
              <a:srgbClr val="223344"/>
            </a:solidFill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Ranger">
  <a:themeElements>
    <a:clrScheme name="Range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Ranger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Rang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>
          <a:solidFill>
            <a:schemeClr val="phClr"/>
          </a:solidFill>
        </a:ln>
        <a:ln w="12700">
          <a:solidFill>
            <a:schemeClr val="phClr"/>
          </a:solidFill>
        </a:ln>
        <a:ln w="127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