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jpeg" ContentType="image/jpeg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</p:sldIdLst>
  <p:sldSz cx="9144000" cy="6858000"/>
  <p:notesSz cx="6858000" cy="9144000"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slide" Target="slides/slide1.xml"/>
  <Relationship Id="rId3" Type="http://schemas.openxmlformats.org/officeDocument/2006/relationships/slide" Target="slides/slide2.xml"/>
</Relationships>
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 txBox="1"/>
          <p:nvPr/>
        </p:nvSpPr>
        <p:spPr>
          <a:xfrm>
            <a:off x="914400" y="2743200"/>
            <a:ext cx="7315200" cy="1371600"/>
          </a:xfrm>
          <a:prstGeom prst="rect">
            <a:avLst/>
          </a:prstGeom>
          <a:noFill/>
        </p:spPr>
        <p:txBody>
          <a:bodyPr wrap="square" lIns="91440" tIns="91440" rIns="91440" bIns="91440"/>
          <a:lstStyle/>
          <a:p>
            <a:pPr algn="ctr"/>
            <a:r>
              <a:rPr lang="en-US" sz="4000" b="1" dirty="0">
                <a:solidFill>
                  <a:schemeClr val="accent1"/>
                </a:solidFill>
                <a:latin typeface="Calibri"/>
              </a:rPr>
              <a:t xml:space="preserve">Slide 1 of 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 txBox="1"/>
          <p:nvPr/>
        </p:nvSpPr>
        <p:spPr>
          <a:xfrm>
            <a:off x="914400" y="2743200"/>
            <a:ext cx="7315200" cy="1371600"/>
          </a:xfrm>
          <a:prstGeom prst="rect">
            <a:avLst/>
          </a:prstGeom>
          <a:noFill/>
        </p:spPr>
        <p:txBody>
          <a:bodyPr wrap="square" lIns="91440" tIns="91440" rIns="91440" bIns="91440"/>
          <a:lstStyle/>
          <a:p>
            <a:pPr algn="ctr"/>
            <a:r>
              <a:rPr lang="en-US" sz="4000" b="1" dirty="0">
                <a:solidFill>
                  <a:schemeClr val="accent2"/>
                </a:solidFill>
                <a:latin typeface="Calibri"/>
              </a:rPr>
              <a:t xml:space="preserve">Slide 2 of 2</a:t>
            </a:r>
          </a:p>
        </p:txBody>
      </p:sp>
      <p:sp>
        <p:nvSpPr>
          <p:cNvPr id="3" name="Accent"/>
          <p:cNvSpPr/>
          <p:nvPr/>
        </p:nvSpPr>
        <p:spPr>
          <a:xfrm>
            <a:off x="3657600" y="4572000"/>
            <a:ext cx="1828800" cy="914400"/>
          </a:xfrm>
          <a:prstGeom prst="rect">
            <a:avLst/>
          </a:prstGeom>
          <a:solidFill>
            <a:srgbClr val="5B9BD5"/>
          </a:solidFill>
          <a:ln w="12700">
            <a:solidFill>
              <a:srgbClr val="223344"/>
            </a:solidFill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Ranger">
  <a:themeElements>
    <a:clrScheme name="Ranger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Ranger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Ranger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12700">
          <a:solidFill>
            <a:schemeClr val="phClr"/>
          </a:solidFill>
        </a:ln>
        <a:ln w="12700">
          <a:solidFill>
            <a:schemeClr val="phClr"/>
          </a:solidFill>
        </a:ln>
        <a:ln w="1270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