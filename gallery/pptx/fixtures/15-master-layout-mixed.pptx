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Body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 Placeholder"/>
          <p:cNvSpPr txBox="1"/>
          <p:nvPr>
            <p:ph type="title" idx="0"/>
          </p:nvPr>
        </p:nvSpPr>
        <p:spPr>
          <a:xfrm>
            <a:off x="685800" y="1371600"/>
            <a:ext cx="7772400" cy="1143000"/>
          </a:xfrm>
          <a:prstGeom prst="rect">
            <a:avLst/>
          </a:prstGeom>
          <a:noFill/>
        </p:spPr>
        <p:txBody>
          <a:bodyPr wrap="square" lIns="91440" tIns="91440" rIns="91440" bIns="91440" anchor="ctr"/>
          <a:lstStyle>
            <a:lvl1pPr algn="ctr">
              <a:defRPr sz="4000">
                <a:solidFill>
                  <a:schemeClr val="lt1"/>
                </a:solidFill>
                <a:latin typeface="Calibri"/>
              </a:defRPr>
            </a:lvl1pPr>
          </a:lstStyle>
          <a:p>
            <a:pPr/>
            <a:endParaRPr lang="en-US"/>
          </a:p>
        </p:txBody>
      </p:sp>
      <p:sp>
        <p:nvSpPr>
          <p:cNvPr id="3" name="Body Placeholder"/>
          <p:cNvSpPr txBox="1"/>
          <p:nvPr>
            <p:ph type="body" idx="1"/>
          </p:nvPr>
        </p:nvSpPr>
        <p:spPr>
          <a:xfrm>
            <a:off x="914400" y="2743200"/>
            <a:ext cx="7315200" cy="2743200"/>
          </a:xfrm>
          <a:prstGeom prst="rect">
            <a:avLst/>
          </a:prstGeom>
          <a:noFill/>
        </p:spPr>
        <p:txBody>
          <a:bodyPr wrap="square" lIns="91440" tIns="91440" rIns="91440" bIns="91440" anchor="t"/>
          <a:lstStyle>
            <a:lvl1pPr algn="l">
              <a:defRPr sz="2200">
                <a:solidFill>
                  <a:schemeClr val="dk1"/>
                </a:solidFill>
                <a:latin typeface="Calibri"/>
              </a:defRPr>
            </a:lvl1pPr>
          </a:lstStyle>
          <a:p>
            <a:pPr/>
            <a:endParaRPr lang="en-US"/>
          </a:p>
        </p:txBody>
      </p:sp>
      <p:sp>
        <p:nvSpPr>
          <p:cNvPr id="20" name="LayoutBadge"/>
          <p:cNvSpPr/>
          <p:nvPr/>
        </p:nvSpPr>
        <p:spPr>
          <a:xfrm>
            <a:off x="457200" y="5029200"/>
            <a:ext cx="1371600" cy="685800"/>
          </a:xfrm>
          <a:prstGeom prst="rect">
            <a:avLst/>
          </a:prstGeom>
          <a:solidFill>
            <a:srgbClr val="70AD47"/>
          </a:solidFill>
          <a:ln w="12700">
            <a:solidFill>
              <a:srgbClr val="223344"/>
            </a:solidFill>
          </a:ln>
        </p:spPr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st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223344"/>
            </a:solidFill>
          </a:ln>
        </p:spPr>
      </p:sp>
      <p:sp>
        <p:nvSpPr>
          <p:cNvPr id="11" name="MasterAccent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23344"/>
            </a:solidFill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 idx="0"/>
          </p:nvPr>
        </p:nvSpPr>
        <p:spPr>
          <a:xfrm>
            <a:off x="685800" y="914400"/>
            <a:ext cx="7772400" cy="1143000"/>
          </a:xfrm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ctr"/>
            <a:r>
              <a:rPr lang="en-US" sz="4000" b="1" dirty="0">
                <a:solidFill>
                  <a:schemeClr val="lt1"/>
                </a:solidFill>
                <a:latin typeface="Calibri"/>
              </a:rPr>
              <a:t xml:space="preserve">Slide overrides title Y</a:t>
            </a:r>
          </a:p>
        </p:txBody>
      </p:sp>
      <p:sp>
        <p:nvSpPr>
          <p:cNvPr id="3" name="Body"/>
          <p:cNvSpPr txBox="1"/>
          <p:nvPr>
            <p:ph type="body" idx="1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l"/>
            <a:r>
              <a:rPr lang="en-US" sz="2400" dirty="0">
                <a:solidFill>
                  <a:schemeClr val="dk1"/>
                </a:solidFill>
                <a:latin typeface="Calibri"/>
              </a:rPr>
              <a:t xml:space="preserve">Body position inherited from layout</a:t>
            </a:r>
          </a:p>
        </p:txBody>
      </p:sp>
      <p:sp>
        <p:nvSpPr>
          <p:cNvPr id="4" name="SlideOnly"/>
          <p:cNvSpPr/>
          <p:nvPr/>
        </p:nvSpPr>
        <p:spPr>
          <a:xfrm>
            <a:off x="6858000" y="4572000"/>
            <a:ext cx="1828800" cy="1143000"/>
          </a:xfrm>
          <a:prstGeom prst="rect">
            <a:avLst/>
          </a:prstGeom>
          <a:solidFill>
            <a:srgbClr val="ED7D31"/>
          </a:solidFill>
          <a:ln w="12700">
            <a:solidFill>
              <a:srgbClr val="223344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