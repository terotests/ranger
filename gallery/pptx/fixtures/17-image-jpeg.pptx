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hoto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JPEG in SoftCanvas</a:t>
            </a:r>
          </a:p>
        </p:txBody>
      </p:sp>
      <p:pic>
        <p:nvPicPr>
          <p:cNvPr id="3" name="Photo"/>
          <p:cNvPicPr/>
          <p:nvPr/>
        </p:nvPicPr>
        <p:blipFill>
          <a:blip r:embed="rId2"/>
          <a:stretch>
            <a:fillRect/>
          </a:stretch>
        </p:blipFill>
        <p:spPr>
          <a:xfrm>
            <a:off x="2743200" y="1600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