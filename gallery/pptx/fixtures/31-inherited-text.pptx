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>
              <a:buNone/>
              <a:defRPr sz="4000" b="1">
                <a:solidFill>
                  <a:srgbClr val="C00000"/>
                </a:solidFill>
                <a:latin typeface="Calibri"/>
              </a:defRPr>
            </a:lvl1pPr>
          </a:lstStyle>
          <a:p/>
        </p:txBody>
      </p:sp>
      <p:sp>
        <p:nvSpPr>
          <p:cNvPr id="3" name="Body Placeholder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457200" indent="-228600" algn="l">
              <a:buClr>
                <a:srgbClr val="1F4E79"/>
              </a:buClr>
              <a:buSzPts val="2600"/>
              <a:buChar char="●"/>
              <a:defRPr sz="2800">
                <a:solidFill>
                  <a:srgbClr val="1F4E79"/>
                </a:solidFill>
                <a:latin typeface="Calibri"/>
              </a:defRPr>
            </a:lvl1pPr>
            <a:lvl2pPr marL="914400" indent="-228600" algn="l">
              <a:buClr>
                <a:srgbClr val="2E75B6"/>
              </a:buClr>
              <a:buSzPts val="2400"/>
              <a:buChar char="○"/>
              <a:defRPr sz="2600">
                <a:solidFill>
                  <a:srgbClr val="2E75B6"/>
                </a:solidFill>
                <a:latin typeface="Calibri"/>
              </a:defRPr>
            </a:lvl2pPr>
            <a:lvl3pPr marL="1371600" indent="-228600" algn="l">
              <a:buClr>
                <a:srgbClr val="9DC3E6"/>
              </a:buClr>
              <a:buSzPts val="2200"/>
              <a:buChar char="■"/>
              <a:defRPr sz="2400">
                <a:solidFill>
                  <a:srgbClr val="9DC3E6"/>
                </a:solidFill>
                <a:latin typeface="Calibri"/>
              </a:defRPr>
            </a:lvl3pPr>
            <a:lvl4pPr marL="1828800" indent="-228600" algn="l">
              <a:buClr>
                <a:srgbClr val="BDD7EE"/>
              </a:buClr>
              <a:buSzPts val="2000"/>
              <a:buChar char="▪"/>
              <a:defRPr sz="2200">
                <a:solidFill>
                  <a:srgbClr val="BDD7EE"/>
                </a:solidFill>
                <a:latin typeface="Calibri"/>
              </a:defRPr>
            </a:lvl4pPr>
            <a:lvl5pPr marL="2286000" indent="-228600" algn="l">
              <a:buClr>
                <a:srgbClr val="DEEBF7"/>
              </a:buClr>
              <a:buSzPts val="1800"/>
              <a:buChar char="•"/>
              <a:defRPr sz="2000">
                <a:solidFill>
                  <a:srgbClr val="DEEBF7"/>
                </a:solidFill>
                <a:latin typeface="Calibri"/>
              </a:defRPr>
            </a:lvl5pPr>
            <a:lvl6pPr marL="2743200" indent="-228600" algn="l">
              <a:buClr>
                <a:srgbClr val="F2F2F2"/>
              </a:buClr>
              <a:buSzPts val="1600"/>
              <a:buChar char="–"/>
              <a:defRPr sz="1800">
                <a:solidFill>
                  <a:srgbClr val="F2F2F2"/>
                </a:solidFill>
                <a:latin typeface="Calibri"/>
              </a:defRPr>
            </a:lvl6pPr>
            <a:lvl7pPr marL="3200400" indent="-228600" algn="l">
              <a:buClr>
                <a:srgbClr val="D9D9D9"/>
              </a:buClr>
              <a:buSzPts val="1400"/>
              <a:buChar char="›"/>
              <a:defRPr sz="1600">
                <a:solidFill>
                  <a:srgbClr val="D9D9D9"/>
                </a:solidFill>
                <a:latin typeface="Calibri"/>
              </a:defRPr>
            </a:lvl7pPr>
            <a:lvl8pPr marL="3657600" indent="-228600" algn="l">
              <a:buClr>
                <a:srgbClr val="BFBFBF"/>
              </a:buClr>
              <a:buSzPts val="1200"/>
              <a:buChar char="»"/>
              <a:defRPr sz="1400">
                <a:solidFill>
                  <a:srgbClr val="BFBFBF"/>
                </a:solidFill>
                <a:latin typeface="Calibri"/>
              </a:defRPr>
            </a:lvl8pPr>
            <a:lvl9pPr marL="4114800" indent="-228600" algn="l">
              <a:buClr>
                <a:srgbClr val="A6A6A6"/>
              </a:buClr>
              <a:buSzPts val="1000"/>
              <a:buChar char="⁃"/>
              <a:defRPr sz="1200">
                <a:solidFill>
                  <a:srgbClr val="A6A6A6"/>
                </a:solidFill>
                <a:latin typeface="Calibri"/>
              </a:defRPr>
            </a:lvl9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400">
          <a:solidFill>
            <a:srgbClr val="000000"/>
          </a:solidFill>
        </a:defRPr>
      </a:lvl1pPr>
    </p:titleStyle>
    <p:bodyStyle>
      <a:lvl1pPr>
        <a:defRPr sz="1400">
          <a:solidFill>
            <a:srgbClr val="000000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Levelled body"/>
          <p:cNvSpPr txBox="1"/>
          <p:nvPr>
            <p:ph type="body" idx="1"/>
          </p:nvPr>
        </p:nvSpPr>
        <p:spPr>
          <a:xfrm>
            <a:off x="457200" y="1600200"/>
            <a:ext cx="8229600" cy="40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0"/>
            <a:r>
              <a:rPr lang="en-US"/>
              <a:t>Back to the first</a:t>
            </a:r>
          </a:p>
          <a:p>
            <a:pPr lvl="0" marL="0" indent="0">
              <a:buNone/>
            </a:pPr>
            <a:r>
              <a:rPr lang="en-US"/>
              <a:t>This one says it has no bullet</a:t>
            </a:r>
          </a:p>
        </p:txBody>
      </p:sp>
      <p:sp>
        <p:nvSpPr>
          <p:cNvPr id="3" name="Highlighted"/>
          <p:cNvSpPr txBox="1"/>
          <p:nvPr/>
        </p:nvSpPr>
        <p:spPr>
          <a:xfrm>
            <a:off x="457200" y="5000000"/>
            <a:ext cx="5000000" cy="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/>
              <a:t>plain </a:t>
            </a:r>
            <a:r>
              <a:rPr lang="en-US" sz="2000">
                <a:highlight>
                  <a:srgbClr val="FFFF00"/>
                </a:highlight>
              </a:rPr>
              <a:t>marked</a:t>
            </a:r>
            <a:r>
              <a:rPr lang="en-US" sz="2000"/>
              <a:t> plain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Levelled body"/>
          <p:cNvSpPr txBox="1"/>
          <p:nvPr>
            <p:ph type="body" idx="1"/>
          </p:nvPr>
        </p:nvSpPr>
        <p:spPr>
          <a:xfrm>
            <a:off x="457200" y="1600200"/>
            <a:ext cx="8229600" cy="4000000"/>
          </a:xfrm>
          <a:prstGeom prst="rect">
            <a:avLst/>
          </a:prstGeom>
        </p:spPr>
        <p:txBody>
          <a:bodyPr>
            <a:normAutofit fontScale="62000" lnSpcReduction="20000"/>
          </a:bodyPr>
          <a:lstStyle/>
          <a:p>
            <a:pPr lvl="0"/>
            <a:r>
              <a:rPr lang="en-US"/>
              <a:t>Shrunk to fit</a:t>
            </a:r>
          </a:p>
          <a:p>
            <a:pPr lvl="0"/>
            <a:r>
              <a:rPr lang="en-US"/>
              <a:t>by the tool that wrote this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