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Table</a:t>
            </a:r>
          </a:p>
        </p:txBody>
      </p:sp>
      <p:graphicFrame>
        <p:nvGraphicFramePr>
          <p:cNvPr id="3" name="Table 1"/>
          <p:cNvGraphicFramePr>
            <a:graphicFrameLocks noGrp="1"/>
          </p:cNvGraphicFramePr>
          <p:nvPr/>
        </p:nvGraphicFramePr>
        <p:xfrm>
          <a:off x="914400" y="1371600"/>
          <a:ext cx="7315200" cy="3429000"/>
        </p:xfrm>
        <a:graphic>
          <a:graphicData uri="http://schemas.openxmlformats.org/drawingml/2006/table">
            <a:tbl>
              <a:tblGrid>
                <a:gridCol w="2438400"/>
                <a:gridCol w="2438400"/>
                <a:gridCol w="2438400"/>
              </a:tblGrid>
              <a:tr h="1143000">
                <a:tc>
                  <a:txBody>
                    <a:bodyPr/>
                    <a:lstStyle/>
                    <a:p>
                      <a:r>
                        <a:rPr sz="2000" b="1"/>
                        <a:t>Q1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Q2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Q3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21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