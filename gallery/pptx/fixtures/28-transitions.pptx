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 box"/>
          <p:cNvSpPr txBox="1"/>
          <p:nvPr/>
        </p:nvSpPr>
        <p:spPr>
          <a:xfrm>
            <a:off x="400000" y="400000"/>
            <a:ext cx="7000000" cy="1200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l"/>
            <a:r>
              <a:rPr lang="en-US" sz="4000" b="1" dirty="0">
                <a:solidFill>
                  <a:schemeClr val="dk1"/>
                </a:solidFill>
                <a:latin typeface="Calibri"/>
              </a:rPr>
              <a:t xml:space="preserve">A show, not a page</a:t>
            </a:r>
          </a:p>
        </p:txBody>
      </p:sp>
      <p:sp>
        <p:nvSpPr>
          <p:cNvPr id="3" name="First point"/>
          <p:cNvSpPr txBox="1"/>
          <p:nvPr/>
        </p:nvSpPr>
        <p:spPr>
          <a:xfrm>
            <a:off x="400000" y="2000000"/>
            <a:ext cx="3200000" cy="900000"/>
          </a:xfrm>
          <a:prstGeom prst="rect">
            <a:avLst/>
          </a:prstGeom>
          <a:solidFill>
            <a:srgbClr val="ED7D31"/>
          </a:solidFill>
        </p:spPr>
        <p:txBody>
          <a:bodyPr wrap="square" lIns="91440" tIns="91440" rIns="91440" bIns="91440"/>
          <a:lstStyle/>
          <a:p>
            <a:pPr algn="l"/>
            <a:r>
              <a:rPr lang="en-US" sz="3200" dirty="0">
                <a:solidFill>
                  <a:srgbClr val="FFFFFF"/>
                </a:solidFill>
                <a:latin typeface="Calibri"/>
              </a:rPr>
              <a:t xml:space="preserve">First</a:t>
            </a:r>
          </a:p>
        </p:txBody>
      </p:sp>
      <p:sp>
        <p:nvSpPr>
          <p:cNvPr id="4" name="Second point"/>
          <p:cNvSpPr txBox="1"/>
          <p:nvPr/>
        </p:nvSpPr>
        <p:spPr>
          <a:xfrm>
            <a:off x="3900000" y="2000000"/>
            <a:ext cx="3200000" cy="900000"/>
          </a:xfrm>
          <a:prstGeom prst="rect">
            <a:avLst/>
          </a:prstGeom>
          <a:solidFill>
            <a:srgbClr val="70AD47"/>
          </a:solidFill>
        </p:spPr>
        <p:txBody>
          <a:bodyPr wrap="square" lIns="91440" tIns="91440" rIns="91440" bIns="91440"/>
          <a:lstStyle/>
          <a:p>
            <a:pPr algn="l"/>
            <a:r>
              <a:rPr lang="en-US" sz="3200" dirty="0">
                <a:solidFill>
                  <a:srgbClr val="FFFFFF"/>
                </a:solidFill>
                <a:latin typeface="Calibri"/>
              </a:rPr>
              <a:t xml:space="preserve">Second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 dur="5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fill="hold" nodeType="clickEffect" dur="75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Next"/>
          <p:cNvSpPr txBox="1"/>
          <p:nvPr/>
        </p:nvSpPr>
        <p:spPr>
          <a:xfrm>
            <a:off x="400000" y="1200000"/>
            <a:ext cx="7000000" cy="2000000"/>
          </a:xfrm>
          <a:prstGeom prst="rect">
            <a:avLst/>
          </a:prstGeom>
          <a:solidFill>
            <a:srgbClr val="5B9BD5"/>
          </a:solidFill>
        </p:spPr>
        <p:txBody>
          <a:bodyPr wrap="square" lIns="91440" tIns="91440" rIns="91440" bIns="91440"/>
          <a:lstStyle/>
          <a:p>
            <a:pPr algn="l"/>
            <a:r>
              <a:rPr lang="en-US" sz="3200" dirty="0">
                <a:solidFill>
                  <a:srgbClr val="FFFFFF"/>
                </a:solidFill>
                <a:latin typeface="Calibri"/>
              </a:rPr>
              <a:t xml:space="preserve">Pushed up from below</a:t>
            </a:r>
          </a:p>
        </p:txBody>
      </p:sp>
    </p:spTree>
  </p:cSld>
  <p:clrMapOvr>
    <a:masterClrMapping/>
  </p:clrMapOvr>
  <p:transition spd="fast" advTm="4000">
    <p:push dir="u"/>
  </p:transition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