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algn="l"/>
            <a:r>
              <a:rPr lang="en-US" sz="3600" b="1" dirty="0">
                <a:solidFill>
                  <a:schemeClr val="dk1"/>
                </a:solidFill>
                <a:latin typeface="Calibri"/>
              </a:rPr>
              <a:t xml:space="preserve">Shadows</a:t>
            </a:r>
          </a:p>
        </p:txBody>
      </p:sp>
      <p:sp>
        <p:nvSpPr>
          <p:cNvPr id="3" name="Card"/>
          <p:cNvSpPr/>
          <p:nvPr/>
        </p:nvSpPr>
        <p:spPr>
          <a:xfrm>
            <a:off x="2286000" y="1714500"/>
            <a:ext cx="4572000" cy="2743200"/>
          </a:xfrm>
          <a:prstGeom prst="roundRect">
            <a:avLst/>
          </a:prstGeom>
          <a:solidFill>
            <a:srgbClr val="5B9BD5"/>
          </a:solidFill>
          <a:effectLst>
            <a:outerShdw blurRad="101600" dist="76200" dir="2700000" algn="tl" rotWithShape="0">
              <a:srgbClr val="000000">
                <a:alpha val="40000"/>
              </a:srgbClr>
            </a:outerShdw>
          </a:effectLst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Ranger">
  <a:themeElements>
    <a:clrScheme name="Range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Ranger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Rang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</a:ln>
        <a:ln w="12700">
          <a:solidFill>
            <a:schemeClr val="phClr"/>
          </a:solidFill>
        </a:ln>
        <a:ln w="127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