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Shapes</a:t>
            </a:r>
          </a:p>
        </p:txBody>
      </p:sp>
      <p:sp>
        <p:nvSpPr>
          <p:cNvPr id="3" name="Rect"/>
          <p:cNvSpPr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solidFill>
            <a:srgbClr val="4472C4"/>
          </a:solidFill>
          <a:ln w="12700">
            <a:solidFill>
              <a:srgbClr val="223344"/>
            </a:solidFill>
          </a:ln>
        </p:spPr>
      </p:sp>
      <p:sp>
        <p:nvSpPr>
          <p:cNvPr id="4" name="Ellipse"/>
          <p:cNvSpPr/>
          <p:nvPr/>
        </p:nvSpPr>
        <p:spPr>
          <a:xfrm>
            <a:off x="4572000" y="1371600"/>
            <a:ext cx="2743200" cy="18288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223344"/>
            </a:solidFill>
          </a:ln>
        </p:spPr>
      </p:sp>
      <p:sp>
        <p:nvSpPr>
          <p:cNvPr id="5" name="Rotated"/>
          <p:cNvSpPr/>
          <p:nvPr/>
        </p:nvSpPr>
        <p:spPr>
          <a:xfrm rot="1200000">
            <a:off x="2743200" y="4114800"/>
            <a:ext cx="2743200" cy="1143000"/>
          </a:xfrm>
          <a:prstGeom prst="rect">
            <a:avLst/>
          </a:prstGeom>
          <a:solidFill>
            <a:srgbClr val="70AD47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