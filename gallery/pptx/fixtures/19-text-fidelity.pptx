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Left"/>
          <p:cNvSpPr txBox="1"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2800" dirty="0">
                <a:solidFill>
                  <a:schemeClr val="dk1"/>
                </a:solidFill>
                <a:latin typeface="Calibri"/>
              </a:rPr>
              <a:t xml:space="preserve">Left aligned</a:t>
            </a:r>
          </a:p>
        </p:txBody>
      </p:sp>
      <p:sp>
        <p:nvSpPr>
          <p:cNvPr id="3" name="Center"/>
          <p:cNvSpPr txBox="1"/>
          <p:nvPr/>
        </p:nvSpPr>
        <p:spPr>
          <a:xfrm>
            <a:off x="3429000" y="457200"/>
            <a:ext cx="27432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Calibri"/>
              </a:rPr>
              <a:t xml:space="preserve">Center</a:t>
            </a:r>
          </a:p>
        </p:txBody>
      </p:sp>
      <p:sp>
        <p:nvSpPr>
          <p:cNvPr id="4" name="Right"/>
          <p:cNvSpPr txBox="1"/>
          <p:nvPr/>
        </p:nvSpPr>
        <p:spPr>
          <a:xfrm>
            <a:off x="6400800" y="457200"/>
            <a:ext cx="22860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r"/>
            <a:r>
              <a:rPr lang="en-US" sz="2800" dirty="0">
                <a:solidFill>
                  <a:schemeClr val="accent2"/>
                </a:solidFill>
                <a:latin typeface="Calibri"/>
              </a:rPr>
              <a:t xml:space="preserve">Right</a:t>
            </a:r>
          </a:p>
        </p:txBody>
      </p:sp>
      <p:sp>
        <p:nvSpPr>
          <p:cNvPr id="5" name="Wrap"/>
          <p:cNvSpPr txBox="1"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2000" dirty="0">
                <a:solidFill>
                  <a:schemeClr val="dk2"/>
                </a:solidFill>
                <a:latin typeface="Calibri"/>
              </a:rPr>
              <a:t xml:space="preserve">This paragraph wraps inside a narrow text box with explicit margins and mixed </a:t>
            </a:r>
            <a:r>
              <a:rPr lang="en-US" sz="2000" b="1" dirty="0">
                <a:solidFill>
                  <a:schemeClr val="accent1"/>
                </a:solidFill>
                <a:latin typeface="Calibri"/>
              </a:rPr>
              <a:t xml:space="preserve">bold</a:t>
            </a:r>
            <a:r>
              <a:rPr lang="en-US" sz="2000" dirty="0">
                <a:solidFill>
                  <a:schemeClr val="dk2"/>
                </a:solidFill>
                <a:latin typeface="Calibri"/>
              </a:rPr>
              <a:t xml:space="preserve"> and </a:t>
            </a:r>
            <a:r>
              <a:rPr lang="en-US" sz="2000" i="1" dirty="0">
                <a:solidFill>
                  <a:schemeClr val="accent2"/>
                </a:solidFill>
                <a:latin typeface="Calibri"/>
              </a:rPr>
              <a:t xml:space="preserve">italic</a:t>
            </a:r>
            <a:r>
              <a:rPr lang="en-US" sz="2000" dirty="0">
                <a:solidFill>
                  <a:schemeClr val="dk2"/>
                </a:solidFill>
                <a:latin typeface="Calibri"/>
              </a:rPr>
              <a:t xml:space="preserve"> runs for SoftCanvas fidelity.</a:t>
            </a:r>
          </a:p>
        </p:txBody>
      </p:sp>
      <p:sp>
        <p:nvSpPr>
          <p:cNvPr id="6" name="Big"/>
          <p:cNvSpPr txBox="1"/>
          <p:nvPr/>
        </p:nvSpPr>
        <p:spPr>
          <a:xfrm>
            <a:off x="5029200" y="1828800"/>
            <a:ext cx="36576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400" b="1" dirty="0">
                <a:solidFill>
                  <a:schemeClr val="accent6"/>
                </a:solidFill>
                <a:latin typeface="Calibri"/>
              </a:rPr>
              <a:t xml:space="preserve">44pt</a:t>
            </a:r>
          </a:p>
        </p:txBody>
      </p:sp>
      <p:sp>
        <p:nvSpPr>
          <p:cNvPr id="7" name="Small"/>
          <p:cNvSpPr txBox="1"/>
          <p:nvPr/>
        </p:nvSpPr>
        <p:spPr>
          <a:xfrm>
            <a:off x="5029200" y="3429000"/>
            <a:ext cx="36576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1400" dirty="0">
                <a:solidFill>
                  <a:schemeClr val="dk2"/>
                </a:solidFill>
                <a:latin typeface="Calibri"/>
              </a:rPr>
              <a:t xml:space="preserve">14pt secondary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