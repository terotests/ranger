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Gradients</a:t>
            </a:r>
          </a:p>
        </p:txBody>
      </p:sp>
      <p:sp>
        <p:nvSpPr>
          <p:cNvPr id="3" name="VGrad"/>
          <p:cNvSpPr/>
          <p:nvPr/>
        </p:nvSpPr>
        <p:spPr>
          <a:xfrm>
            <a:off x="914400" y="1371600"/>
            <a:ext cx="3429000" cy="2286000"/>
          </a:xfrm>
          <a:prstGeom prst="rect">
            <a:avLst/>
          </a:prstGeom>
          <a:gradFill>
            <a:gsLst>
              <a:gs pos="0">
                <a:srgbClr val="4472C4"/>
              </a:gs>
              <a:gs pos="100000">
                <a:srgbClr val="70AD47"/>
              </a:gs>
            </a:gsLst>
            <a:lin ang="5400000" scaled="0"/>
          </a:gradFill>
        </p:spPr>
      </p:sp>
      <p:sp>
        <p:nvSpPr>
          <p:cNvPr id="4" name="HGrad"/>
          <p:cNvSpPr/>
          <p:nvPr/>
        </p:nvSpPr>
        <p:spPr>
          <a:xfrm>
            <a:off x="5029200" y="1371600"/>
            <a:ext cx="3429000" cy="2286000"/>
          </a:xfrm>
          <a:prstGeom prst="rect">
            <a:avLst/>
          </a:prstGeom>
          <a:gradFill>
            <a:gsLst>
              <a:gs pos="0">
                <a:srgbClr val="ED7D31"/>
              </a:gs>
              <a:gs pos="100000">
                <a:srgbClr val="FFC000"/>
              </a:gs>
            </a:gsLst>
            <a:lin ang="0" scaled="0"/>
          </a:gra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