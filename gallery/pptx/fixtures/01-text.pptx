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914400" y="914400"/>
            <a:ext cx="7315200" cy="1143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algn="ctr"/>
            <a:r>
              <a:rPr lang="en-US" sz="4400" b="1" dirty="0">
                <a:solidFill>
                  <a:schemeClr val="dk1"/>
                </a:solidFill>
                <a:latin typeface="Calibri"/>
              </a:rPr>
              <a:t>Hello from PowerPoint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2743200"/>
            <a:ext cx="7315200" cy="18288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algn="ctr"/>
            <a:r>
              <a:rPr lang="en-US" sz="2800" dirty="0">
                <a:solidFill>
                  <a:schemeClr val="accent1"/>
                </a:solidFill>
                <a:latin typeface="Calibri"/>
              </a:rPr>
              <a:t>Ranger PPTX Lite viewer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anger">
  <a:themeElements>
    <a:clrScheme name="Range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Ranger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Ranger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>
          <a:solidFill>
            <a:schemeClr val="phClr"/>
          </a:solidFill>
        </a:ln>
        <a:ln w="12700">
          <a:solidFill>
            <a:schemeClr val="phClr"/>
          </a:solidFill>
        </a:ln>
        <a:ln w="127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