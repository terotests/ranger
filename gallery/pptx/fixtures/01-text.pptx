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914400" y="914400"/>
            <a:ext cx="7315200" cy="1143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4400" b="1" dirty="0">
                <a:solidFill>
                  <a:schemeClr val="dk1"/>
                </a:solidFill>
                <a:latin typeface="Calibri"/>
              </a:rPr>
              <a:t xml:space="preserve">Hello from PowerPoint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Calibri"/>
              </a:rPr>
              <a:t xml:space="preserve">Ranger PPTX Lite viewer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