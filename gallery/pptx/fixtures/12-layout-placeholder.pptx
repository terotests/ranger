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 Placeholder"/>
          <p:cNvSpPr txBox="1"/>
          <p:nvPr>
            <p:ph type="title" idx="0"/>
          </p:nvPr>
        </p:nvSpPr>
        <p:spPr>
          <a:xfrm>
            <a:off x="685800" y="1143000"/>
            <a:ext cx="7772400" cy="1371600"/>
          </a:xfrm>
          <a:prstGeom prst="rect">
            <a:avLst/>
          </a:prstGeom>
          <a:noFill/>
        </p:spPr>
        <p:txBody>
          <a:bodyPr wrap="square" lIns="91440" tIns="91440" rIns="91440" bIns="91440" anchor="ctr"/>
          <a:lstStyle>
            <a:lvl1pPr algn="ctr">
              <a:defRPr sz="4400">
                <a:solidFill>
                  <a:schemeClr val="dk1"/>
                </a:solidFill>
                <a:latin typeface="Calibri"/>
              </a:defRPr>
            </a:lvl1pPr>
          </a:lstStyle>
          <a:p>
            <a:pPr/>
            <a:endParaRPr lang="en-US"/>
          </a:p>
        </p:txBody>
      </p:sp>
      <p:sp>
        <p:nvSpPr>
          <p:cNvPr id="3" name="Subtitle Placeholder"/>
          <p:cNvSpPr txBox="1"/>
          <p:nvPr>
            <p:ph type="subTitle" idx="1"/>
          </p:nvPr>
        </p:nvSpPr>
        <p:spPr>
          <a:xfrm>
            <a:off x="1143000" y="2971800"/>
            <a:ext cx="6858000" cy="1143000"/>
          </a:xfrm>
          <a:prstGeom prst="rect">
            <a:avLst/>
          </a:prstGeom>
          <a:noFill/>
        </p:spPr>
        <p:txBody>
          <a:bodyPr wrap="square" lIns="91440" tIns="91440" rIns="91440" bIns="91440" anchor="t"/>
          <a:lstStyle>
            <a:lvl1pPr algn="ctr">
              <a:defRPr sz="2400">
                <a:solidFill>
                  <a:schemeClr val="dk2"/>
                </a:solidFill>
                <a:latin typeface="Calibri"/>
              </a:defRPr>
            </a:lvl1pPr>
          </a:lstStyle>
          <a:p>
            <a:pPr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sterBa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223344"/>
            </a:solidFill>
          </a:ln>
        </p:spPr>
      </p:sp>
      <p:sp>
        <p:nvSpPr>
          <p:cNvPr id="11" name="MasterAccent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23344"/>
            </a:solidFill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 idx="0"/>
          </p:nvPr>
        </p:nvSpPr>
        <p:spPr>
          <a:prstGeom prst="rect">
            <a:avLst/>
          </a:prstGeom>
          <a:noFill/>
        </p:spPr>
        <p:txBody>
          <a:bodyPr wrap="square" lIns="91440" tIns="91440" rIns="91440" bIns="91440" anchor="t"/>
          <a:lstStyle/>
          <a:p>
            <a:pPr algn="ctr"/>
            <a:r>
              <a:rPr lang="en-US" sz="4000" b="1" dirty="0">
                <a:solidFill>
                  <a:schemeClr val="dk1"/>
                </a:solidFill>
                <a:latin typeface="Calibri"/>
              </a:rPr>
              <a:t xml:space="preserve">Inherited title box</a:t>
            </a:r>
          </a:p>
        </p:txBody>
      </p:sp>
      <p:sp>
        <p:nvSpPr>
          <p:cNvPr id="3" name="Subtitle"/>
          <p:cNvSpPr txBox="1"/>
          <p:nvPr>
            <p:ph type="subTitle" idx="1"/>
          </p:nvPr>
        </p:nvSpPr>
        <p:spPr>
          <a:prstGeom prst="rect">
            <a:avLst/>
          </a:prstGeom>
          <a:noFill/>
        </p:spPr>
        <p:txBody>
          <a:bodyPr wrap="square" lIns="91440" tIns="91440" rIns="91440" bIns="91440" anchor="t"/>
          <a:lstStyle/>
          <a:p>
            <a:pPr algn="ctr"/>
            <a:r>
              <a:rPr lang="en-US" sz="2200" dirty="0">
                <a:solidFill>
                  <a:schemeClr val="accent1"/>
                </a:solidFill>
                <a:latin typeface="Calibri"/>
              </a:rPr>
              <a:t xml:space="preserve">Position comes from the layout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