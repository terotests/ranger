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Bullets</a:t>
            </a:r>
          </a:p>
        </p:txBody>
      </p:sp>
      <p:sp>
        <p:nvSpPr>
          <p:cNvPr id="3" name="List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/>
          <a:lstStyle/>
          <a:p>
            <a:pPr lvl="0"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Ship gradients and shadows</a:t>
            </a:r>
          </a:p>
          <a:p>
            <a:pPr lvl="0"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Render bullets with indent</a:t>
            </a:r>
          </a:p>
          <a:p>
            <a:pPr lvl="0"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</a:rPr>
              <a:t>Tables and charts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