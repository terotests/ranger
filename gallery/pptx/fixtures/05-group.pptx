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Grouped shapes</a:t>
            </a:r>
          </a:p>
        </p:txBody>
      </p:sp>
      <p:grpSp>
        <p:nvGrpSpPr>
          <p:cNvPr id="10" name="Cluster"/>
          <p:cNvGrpSpPr/>
          <p:nvPr/>
        </p:nvGrpSpPr>
        <p:grpSpPr>
          <a:xfrm>
            <a:off x="1371600" y="1828800"/>
            <a:ext cx="6400800" cy="3200400"/>
            <a:chOff x="0" y="0"/>
            <a:chExt cx="6400800" cy="3200400"/>
          </a:xfrm>
        </p:grpSpPr>
        <p:sp>
          <p:nvSpPr>
            <p:cNvPr id="11" name="G-Left"/>
            <p:cNvSpPr/>
            <p:nvPr/>
          </p:nvSpPr>
          <p:spPr>
            <a:xfrm>
              <a:off x="0" y="0"/>
              <a:ext cx="2743200" cy="1828800"/>
            </a:xfrm>
            <a:prstGeom prst="rect">
              <a:avLst/>
            </a:prstGeom>
            <a:solidFill>
              <a:srgbClr val="4472C4"/>
            </a:solidFill>
            <a:ln w="12700">
              <a:solidFill>
                <a:srgbClr val="223344"/>
              </a:solidFill>
            </a:ln>
          </p:spPr>
        </p:sp>
        <p:sp>
          <p:nvSpPr>
            <p:cNvPr id="12" name="G-Right"/>
            <p:cNvSpPr/>
            <p:nvPr/>
          </p:nvSpPr>
          <p:spPr>
            <a:xfrm>
              <a:off x="3200400" y="914400"/>
              <a:ext cx="2743200" cy="1828800"/>
            </a:xfrm>
            <a:prstGeom prst="rect">
              <a:avLst/>
            </a:prstGeom>
            <a:solidFill>
              <a:srgbClr val="ED7D31"/>
            </a:solidFill>
            <a:ln w="12700">
              <a:solidFill>
                <a:srgbClr val="223344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