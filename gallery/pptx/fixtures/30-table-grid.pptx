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graphicFrame>
        <p:nvGraphicFramePr>
          <p:cNvPr id="2" name="Styled table"/>
          <p:cNvGraphicFramePr/>
          <p:nvPr/>
        </p:nvGraphicFramePr>
        <p:xfrm>
          <a:off x="400000" y="800000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00000"/>
                <a:gridCol w="3600000"/>
                <a:gridCol w="24000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/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  <a:lnB w="9525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JavaScript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  <a:lnB w="9525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Scala.js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  <a:lnB w="9525">
                      <a:solidFill>
                        <a:srgbClr val="C0504D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Typing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TypeScript, Flow, and a long line that has to wrap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Built-in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Tooling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Gulp, Bower, Babel, JSX, npm, Webpack, Browserify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CCCCC"/>
                          </a:solidFill>
                        </a:rPr>
                        <a:t>SBT</a:t>
                      </a:r>
                    </a:p>
                  </a:txBody>
                  <a:tcPr marL="91425" marR="91425" marT="91425" marB="91425">
                    <a:lnL w="9525">
                      <a:solidFill>
                        <a:srgbClr val="B7B7B7">
                          <a:alpha val="0"/>
                        </a:srgbClr>
                      </a:solidFill>
                    </a:lnL>
                    <a:lnR w="9525">
                      <a:solidFill>
                        <a:srgbClr val="B7B7B7">
                          <a:alpha val="0"/>
                        </a:srgbClr>
                      </a:solidFill>
                    </a:lnR>
                    <a:lnT w="9525">
                      <a:solidFill>
                        <a:srgbClr val="B7B7B7">
                          <a:alpha val="0"/>
                        </a:srgbClr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