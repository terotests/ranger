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Solid from theme"/>
          <p:cNvSpPr/>
          <p:nvPr/>
        </p:nvSpPr>
        <p:spPr>
          <a:xfrm>
            <a:off x="300000" y="300000"/>
            <a:ext cx="2400000" cy="90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fillRef 1</a:t>
            </a:r>
          </a:p>
        </p:txBody>
      </p:sp>
      <p:sp>
        <p:nvSpPr>
          <p:cNvPr id="3" name="Gradient from theme"/>
          <p:cNvSpPr/>
          <p:nvPr/>
        </p:nvSpPr>
        <p:spPr>
          <a:xfrm>
            <a:off x="3000000" y="300000"/>
            <a:ext cx="240000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fillRef 2</a:t>
            </a:r>
          </a:p>
        </p:txBody>
      </p:sp>
      <p:sp>
        <p:nvSpPr>
          <p:cNvPr id="4" name="Dark gradient"/>
          <p:cNvSpPr/>
          <p:nvPr/>
        </p:nvSpPr>
        <p:spPr>
          <a:xfrm>
            <a:off x="5700000" y="300000"/>
            <a:ext cx="2400000" cy="900000"/>
          </a:xfrm>
          <a:prstGeom prst="rect">
            <a:avLst/>
          </a:prstGeom>
        </p:spPr>
        <p:style>
          <a:lnRef idx="1">
            <a:schemeClr val="dk2"/>
          </a:lnRef>
          <a:fillRef idx="3">
            <a:schemeClr val="dk2"/>
          </a:fillRef>
          <a:effectRef idx="0">
            <a:schemeClr val="dk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/>
              <a:t>fillRef 3</a:t>
            </a:r>
          </a:p>
        </p:txBody>
      </p:sp>
      <p:cxnSp>
        <p:nvCxnSpPr>
          <p:cNvPr id="5" name="Straight Arrow Connector 5"/>
          <p:cNvCxnSpPr/>
          <p:nvPr/>
        </p:nvCxnSpPr>
        <p:spPr>
          <a:xfrm>
            <a:off x="600000" y="1800000"/>
            <a:ext cx="2000000" cy="0"/>
          </a:xfrm>
          <a:prstGeom prst="straightConnector1">
            <a:avLst/>
          </a:prstGeom>
          <a:ln w="28575">
            <a:solidFill>
              <a:srgbClr val="C0504D"/>
            </a:solidFill>
            <a:headEnd type="none"/>
            <a:tailEnd type="arrow"/>
          </a:ln>
        </p:spPr>
      </p:cxnSp>
      <p:cxnSp>
        <p:nvCxnSpPr>
          <p:cNvPr id="6" name="Straight Arrow Connector 6"/>
          <p:cNvCxnSpPr/>
          <p:nvPr/>
        </p:nvCxnSpPr>
        <p:spPr>
          <a:xfrm>
            <a:off x="3200000" y="1800000"/>
            <a:ext cx="2000000" cy="600000"/>
          </a:xfrm>
          <a:prstGeom prst="straightConnector1">
            <a:avLst/>
          </a:prstGeom>
          <a:ln w="28575">
            <a:solidFill>
              <a:srgbClr val="C0504D"/>
            </a:solidFill>
            <a:headEnd type="arrow"/>
            <a:tailEnd type="arrow"/>
          </a:ln>
        </p:spPr>
      </p:cxnSp>
      <p:cxnSp>
        <p:nvCxnSpPr>
          <p:cNvPr id="7" name="Straight Arrow Connector 7"/>
          <p:cNvCxnSpPr/>
          <p:nvPr/>
        </p:nvCxnSpPr>
        <p:spPr>
          <a:xfrm flipV="1">
            <a:off x="6000000" y="1800000"/>
            <a:ext cx="1600000" cy="600000"/>
          </a:xfrm>
          <a:prstGeom prst="straightConnector1">
            <a:avLst/>
          </a:prstGeom>
          <a:ln w="28575">
            <a:solidFill>
              <a:srgbClr val="C0504D"/>
            </a:solidFill>
            <a:headEnd type="none"/>
            <a:tailEnd type="arrow"/>
          </a:ln>
        </p:spPr>
      </p:cxnSp>
      <p:sp>
        <p:nvSpPr>
          <p:cNvPr id="8" name="Spaced runs"/>
          <p:cNvSpPr txBox="1"/>
          <p:nvPr/>
        </p:nvSpPr>
        <p:spPr>
          <a:xfrm>
            <a:off x="600000" y="3000000"/>
            <a:ext cx="50000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000"/>
              <a:t>The</a:t>
            </a:r>
            <a:r>
              <a:rPr lang="en-US" sz="2000"/>
              <a:t> </a:t>
            </a:r>
            <a:r>
              <a:rPr lang="en-US" sz="2000"/>
              <a:t>Ultimate</a:t>
            </a:r>
            <a:r>
              <a:rPr lang="en-US" sz="2000"/>
              <a:t> </a:t>
            </a:r>
            <a:r>
              <a:rPr lang="en-US" sz="2000"/>
              <a:t>Diary</a:t>
            </a:r>
          </a:p>
        </p:txBody>
      </p:sp>
      <p:sp>
        <p:nvSpPr>
          <p:cNvPr id="9" name="Tight corners"/>
          <p:cNvSpPr/>
          <p:nvPr/>
        </p:nvSpPr>
        <p:spPr>
          <a:xfrm>
            <a:off x="600000" y="3900000"/>
            <a:ext cx="2000000" cy="900000"/>
          </a:xfrm>
          <a:prstGeom prst="roundRect">
            <a:avLst>
              <a:gd name="adj" fmla="val 5313"/>
            </a:avLst>
          </a:prstGeom>
          <a:solidFill>
            <a:srgbClr val="4472C4"/>
          </a:solidFill>
          <a:ln w="28575">
            <a:solidFill>
              <a:srgbClr val="C0504D"/>
            </a:solidFill>
          </a:ln>
        </p:spPr>
      </p:sp>
      <p:sp>
        <p:nvSpPr>
          <p:cNvPr id="10" name="Round corners"/>
          <p:cNvSpPr/>
          <p:nvPr/>
        </p:nvSpPr>
        <p:spPr>
          <a:xfrm>
            <a:off x="2900000" y="3900000"/>
            <a:ext cx="2000000" cy="900000"/>
          </a:xfrm>
          <a:prstGeom prst="roundRect">
            <a:avLst>
              <a:gd name="adj" fmla="val 40000"/>
            </a:avLst>
          </a:prstGeom>
          <a:solidFill>
            <a:srgbClr val="4472C4"/>
          </a:solidFill>
          <a:ln w="28575">
            <a:solidFill>
              <a:srgbClr val="C0504D"/>
            </a:solidFill>
          </a:ln>
        </p:spPr>
      </p:sp>
      <p:sp>
        <p:nvSpPr>
          <p:cNvPr id="11" name="Bracket rule"/>
          <p:cNvSpPr/>
          <p:nvPr/>
        </p:nvSpPr>
        <p:spPr>
          <a:xfrm>
            <a:off x="5300000" y="3900000"/>
            <a:ext cx="120000" cy="900000"/>
          </a:xfrm>
          <a:prstGeom prst="leftBracket">
            <a:avLst>
              <a:gd name="adj" fmla="val 8333"/>
            </a:avLst>
          </a:prstGeom>
          <a:noFill/>
          <a:ln w="28575">
            <a:solidFill>
              <a:srgbClr val="C0504D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 styl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tint val="2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80000"/>
              </a:schemeClr>
            </a:gs>
            <a:gs pos="100000">
              <a:schemeClr val="phClr">
                <a:shade val="40000"/>
              </a:schemeClr>
            </a:gs>
          </a:gsLst>
          <a:lin ang="0" scaled="1"/>
        </a:gradFill>
      </a:fillStyleLst>
      <a:lnStyleLst>
        <a:ln w="9525">
          <a:solidFill>
            <a:schemeClr val="phClr">
              <a:shade val="50000"/>
            </a:schemeClr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