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sterBar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F4E79"/>
          </a:solidFill>
          <a:ln w="12700">
            <a:solidFill>
              <a:srgbClr val="223344"/>
            </a:solidFill>
          </a:ln>
        </p:spPr>
      </p:sp>
      <p:sp>
        <p:nvSpPr>
          <p:cNvPr id="11" name="MasterAccent"/>
          <p:cNvSpPr/>
          <p:nvPr/>
        </p:nvSpPr>
        <p:spPr>
          <a:xfrm>
            <a:off x="0" y="6400800"/>
            <a:ext cx="9144000" cy="457200"/>
          </a:xfrm>
          <a:prstGeom prst="rect">
            <a:avLst/>
          </a:prstGeom>
          <a:solidFill>
            <a:srgbClr val="2E75B6"/>
          </a:solidFill>
          <a:ln w="12700">
            <a:solidFill>
              <a:srgbClr val="223344"/>
            </a:solidFill>
          </a:ln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Note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ctr"/>
            <a:r>
              <a:rPr lang="en-US" sz="2400" dirty="0">
                <a:solidFill>
                  <a:schemeClr val="dk1"/>
                </a:solidFill>
                <a:latin typeface="Calibri"/>
              </a:rPr>
              <a:t xml:space="preserve">Master chrome should paint above the theme background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anger">
  <a:themeElements>
    <a:clrScheme name="Range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Ranger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Range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>
          <a:solidFill>
            <a:schemeClr val="phClr"/>
          </a:solidFill>
        </a:ln>
        <a:ln w="12700">
          <a:solidFill>
            <a:schemeClr val="phClr"/>
          </a:solidFill>
        </a:ln>
        <a:ln w="127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