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st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223344"/>
            </a:solidFill>
          </a:ln>
        </p:spPr>
      </p:sp>
      <p:sp>
        <p:nvSpPr>
          <p:cNvPr id="11" name="MasterAccent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23344"/>
            </a:solidFill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Note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2400" dirty="0">
                <a:solidFill>
                  <a:schemeClr val="dk1"/>
                </a:solidFill>
                <a:latin typeface="Calibri"/>
              </a:rPr>
              <a:t xml:space="preserve">Master chrome should paint above the theme background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