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Placeholder 1"/>
          <p:cNvSpPr txBox="1"/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/>
            <a:endParaRPr lang="en-US"/>
          </a:p>
        </p:txBody>
      </p:sp>
      <p:sp>
        <p:nvSpPr>
          <p:cNvPr id="3" name="Content Placeholder 2"/>
          <p:cNvSpPr txBox="1"/>
          <p:nvPr>
            <p:ph type="body" idx="1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/>
            <a:endParaRPr lang="en-US"/>
          </a:p>
        </p:txBody>
      </p:sp>
      <p:sp>
        <p:nvSpPr>
          <p:cNvPr id="3" name="Master Body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1"/>
          <p:cNvSpPr txBox="1"/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Inherited title</a:t>
            </a:r>
          </a:p>
        </p:txBody>
      </p:sp>
      <p:sp>
        <p:nvSpPr>
          <p:cNvPr id="3" name="Content 2"/>
          <p:cNvSpPr txBox="1"/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1800" dirty="0">
                <a:solidFill>
                  <a:schemeClr val="dk1"/>
                </a:solidFill>
                <a:latin typeface="Calibri"/>
              </a:rPr>
              <a:t xml:space="preserve">Inherited body text</a:t>
            </a:r>
          </a:p>
        </p:txBody>
      </p:sp>
      <p:sp>
        <p:nvSpPr>
          <p:cNvPr id="4" name="OffOnly"/>
          <p:cNvSpPr txBox="1"/>
          <p:nvPr/>
        </p:nvSpPr>
        <p:spPr>
          <a:xfrm>
            <a:off x="457200" y="4114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GB" sz="1800"/>
              <a:t>The quick brown fox jumps over the lazy dog</a:t>
            </a:r>
          </a:p>
        </p:txBody>
      </p:sp>
      <p:sp>
        <p:nvSpPr>
          <p:cNvPr id="5" name="NoXfrm"/>
          <p:cNvSpPr txBox="1"/>
          <p:nvPr/>
        </p:nvSpPr>
        <p:spPr>
          <a:prstGeom prst="rect">
            <a:avLst/>
          </a:prstGeom>
          <a:noFill/>
        </p:spPr>
        <p:txBody>
          <a:bodyPr wrap="square"/>
          <a:lstStyle/>
          <a:p>
            <a:r>
              <a:rPr lang="en-GB" sz="1800"/>
              <a:t>The quick brown fox jumps over the lazy dog</a:t>
            </a:r>
          </a:p>
        </p:txBody>
      </p:sp>
      <p:sp>
        <p:nvSpPr>
          <p:cNvPr id="6" name="ZeroExt"/>
          <p:cNvSpPr txBox="1"/>
          <p:nvPr/>
        </p:nvSpPr>
        <p:spPr>
          <a:xfrm>
            <a:off x="457200" y="5029200"/>
            <a:ext cx="0" cy="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GB" sz="1800"/>
              <a:t>The quick brown fox jumps over the lazy dog</a:t>
            </a:r>
          </a:p>
        </p:txBody>
      </p:sp>
      <p:sp>
        <p:nvSpPr>
          <p:cNvPr id="7" name="Stated"/>
          <p:cNvSpPr txBox="1"/>
          <p:nvPr/>
        </p:nvSpPr>
        <p:spPr>
          <a:xfrm>
            <a:off x="457200" y="5943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GB" sz="1800"/>
              <a:t>The quick brown fox jumps over the lazy dog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