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Unbold"/>
          <p:cNvSpPr txBox="1"/>
          <p:nvPr/>
        </p:nvSpPr>
        <p:spPr>
          <a:xfrm>
            <a:off x="457200" y="400000"/>
            <a:ext cx="7000000" cy="1600000"/>
          </a:xfrm>
          <a:prstGeom prst="rect">
            <a:avLst/>
          </a:prstGeom>
        </p:spPr>
        <p:txBody>
          <a:bodyPr wrap="square"/>
          <a:lstStyle>
            <a:lvl1pPr>
              <a:defRPr b="1" i="1"/>
            </a:lvl1pPr>
          </a:lstStyle>
          <a:p>
            <a:r>
              <a:rPr lang="en-US" sz="1800"/>
              <a:t>inherits</a:t>
            </a:r>
            <a:r>
              <a:rPr lang="en-US" sz="1800" b="0"/>
              <a:t>notbold</a:t>
            </a:r>
            <a:r>
              <a:rPr lang="en-US" sz="1800" i="0"/>
              <a:t>notitalic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