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algn="l"/>
            <a:r>
              <a:rPr lang="en-US" sz="3600" b="1" dirty="0">
                <a:solidFill>
                  <a:schemeClr val="dk1"/>
                </a:solidFill>
                <a:latin typeface="Calibri"/>
              </a:rPr>
              <a:t xml:space="preserve">Custom geom + presets</a:t>
            </a:r>
          </a:p>
        </p:txBody>
      </p:sp>
      <p:sp>
        <p:nvSpPr>
          <p:cNvPr id="3" name="CustTri"/>
          <p:cNvSpPr/>
          <p:nvPr/>
        </p:nvSpPr>
        <p:spPr>
          <a:xfrm>
            <a:off x="914400" y="1600200"/>
            <a:ext cx="2743200" cy="2286000"/>
          </a:xfrm>
          <a:custGeom>
            <a:avLst/>
            <a:gdLst/>
            <a:ahLst/>
            <a:cxnLst/>
            <a:rect l="0" t="0" r="0" b="0"/>
            <a:pathLst>
              <a:path w="100" h="100">
                <a:moveTo>
                  <a:pt x="50" y="0"/>
                </a:moveTo>
                <a:lnTo>
                  <a:pt x="100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4472C4"/>
          </a:solidFill>
        </p:spPr>
      </p:sp>
      <p:sp>
        <p:nvSpPr>
          <p:cNvPr id="4" name="Diamond"/>
          <p:cNvSpPr/>
          <p:nvPr/>
        </p:nvSpPr>
        <p:spPr>
          <a:xfrm>
            <a:off x="4114800" y="1600200"/>
            <a:ext cx="2286000" cy="2286000"/>
          </a:xfrm>
          <a:prstGeom prst="diamond">
            <a:avLst/>
          </a:prstGeom>
          <a:solidFill>
            <a:srgbClr val="ED7D31"/>
          </a:solidFill>
          <a:ln w="12700">
            <a:solidFill>
              <a:srgbClr val="223344"/>
            </a:solidFill>
          </a:ln>
        </p:spPr>
      </p:sp>
      <p:sp>
        <p:nvSpPr>
          <p:cNvPr id="5" name="Star"/>
          <p:cNvSpPr/>
          <p:nvPr/>
        </p:nvSpPr>
        <p:spPr>
          <a:xfrm>
            <a:off x="6858000" y="1600200"/>
            <a:ext cx="1828800" cy="2286000"/>
          </a:xfrm>
          <a:prstGeom prst="star5">
            <a:avLst/>
          </a:prstGeom>
          <a:solidFill>
            <a:srgbClr val="70AD47"/>
          </a:solidFill>
          <a:ln w="12700">
            <a:solidFill>
              <a:srgbClr val="223344"/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Ranger">
  <a:themeElements>
    <a:clrScheme name="Range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ang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Rang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