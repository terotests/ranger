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3600" b="1" dirty="0">
                <a:solidFill>
                  <a:schemeClr val="dk1"/>
                </a:solidFill>
                <a:latin typeface="Calibri"/>
              </a:rPr>
              <a:t>Embedded image</a:t>
            </a:r>
          </a:p>
        </p:txBody>
      </p:sp>
      <p:pic>
        <p:nvPicPr>
          <p:cNvPr id="3" name="Picture"/>
          <p:cNvPicPr/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274320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914400" y="5029200"/>
            <a:ext cx="7315200" cy="685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1800" dirty="0">
                <a:solidFill>
                  <a:schemeClr val="dk2"/>
                </a:solidFill>
                <a:latin typeface="Calibri"/>
              </a:rPr>
              <a:t>64x48 PNG via relationship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