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9144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.png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 lIns="91440" tIns="91440" rIns="91440" bIns="91440"/>
          <a:lstStyle/>
          <a:p>
            <a:pPr algn="ctr"/>
            <a:r>
              <a:rPr lang="en-US" sz="3600" b="1" dirty="0">
                <a:solidFill>
                  <a:schemeClr val="dk1"/>
                </a:solidFill>
                <a:latin typeface="Calibri"/>
              </a:rPr>
              <a:t>Embedded image</a:t>
            </a:r>
          </a:p>
        </p:txBody>
      </p:sp>
      <p:pic>
        <p:nvPicPr>
          <p:cNvPr id="3" name="Picture"/>
          <p:cNvPicPr/>
          <p:nvPr/>
        </p:nvPicPr>
        <p:blipFill>
          <a:blip r:embed="rId2"/>
          <a:stretch>
            <a:fillRect/>
          </a:stretch>
        </p:blipFill>
        <p:spPr>
          <a:xfrm>
            <a:off x="2743200" y="1828800"/>
            <a:ext cx="3657600" cy="2743200"/>
          </a:xfrm>
          <a:prstGeom prst="rect">
            <a:avLst/>
          </a:prstGeom>
        </p:spPr>
      </p:pic>
      <p:sp>
        <p:nvSpPr>
          <p:cNvPr id="4" name="Caption"/>
          <p:cNvSpPr txBox="1"/>
          <p:nvPr/>
        </p:nvSpPr>
        <p:spPr>
          <a:xfrm>
            <a:off x="914400" y="5029200"/>
            <a:ext cx="7315200" cy="685800"/>
          </a:xfrm>
          <a:prstGeom prst="rect">
            <a:avLst/>
          </a:prstGeom>
          <a:noFill/>
        </p:spPr>
        <p:txBody>
          <a:bodyPr wrap="square" lIns="91440" tIns="91440" rIns="91440" bIns="91440"/>
          <a:lstStyle/>
          <a:p>
            <a:pPr algn="ctr"/>
            <a:r>
              <a:rPr lang="en-US" sz="1800" dirty="0">
                <a:solidFill>
                  <a:schemeClr val="dk2"/>
                </a:solidFill>
                <a:latin typeface="Calibri"/>
              </a:rPr>
              <a:t>64x48 PNG via relationship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anger">
  <a:themeElements>
    <a:clrScheme name="Range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Ranger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Ranger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>
          <a:solidFill>
            <a:schemeClr val="phClr"/>
          </a:solidFill>
        </a:ln>
        <a:ln w="12700">
          <a:solidFill>
            <a:schemeClr val="phClr"/>
          </a:solidFill>
        </a:ln>
        <a:ln w="127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