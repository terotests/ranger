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Theme fills</a:t>
            </a:r>
          </a:p>
        </p:txBody>
      </p:sp>
      <p:sp>
        <p:nvSpPr>
          <p:cNvPr id="3" name="Accent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4" name="Accent2"/>
          <p:cNvSpPr/>
          <p:nvPr/>
        </p:nvSpPr>
        <p:spPr>
          <a:xfrm>
            <a:off x="2057400" y="1371600"/>
            <a:ext cx="1371600" cy="13716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5" name="Accent4"/>
          <p:cNvSpPr/>
          <p:nvPr/>
        </p:nvSpPr>
        <p:spPr>
          <a:xfrm>
            <a:off x="3657600" y="1371600"/>
            <a:ext cx="1371600" cy="1371600"/>
          </a:xfrm>
          <a:prstGeom prst="rect">
            <a:avLst/>
          </a:prstGeom>
          <a:solidFill>
            <a:schemeClr val="accent4"/>
          </a:solidFill>
        </p:spPr>
      </p:sp>
      <p:sp>
        <p:nvSpPr>
          <p:cNvPr id="6" name="Accent6"/>
          <p:cNvSpPr/>
          <p:nvPr/>
        </p:nvSpPr>
        <p:spPr>
          <a:xfrm>
            <a:off x="5257800" y="1371600"/>
            <a:ext cx="1371600" cy="1371600"/>
          </a:xfrm>
          <a:prstGeom prst="rect">
            <a:avLst/>
          </a:prstGeom>
          <a:solidFill>
            <a:schemeClr val="accent6"/>
          </a:solidFill>
        </p:spPr>
      </p:sp>
      <p:sp>
        <p:nvSpPr>
          <p:cNvPr id="7" name="Note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1800" dirty="0">
                <a:solidFill>
                  <a:schemeClr val="dk2"/>
                </a:solidFill>
                <a:latin typeface="Calibri"/>
              </a:rPr>
              <a:t xml:space="preserve">Fills use schemeClr; resolver maps to theme sRGB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