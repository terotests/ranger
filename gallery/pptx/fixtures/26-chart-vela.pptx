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Revenue</a:t>
            </a:r>
          </a:p>
        </c:rich>
      </c:tx>
    </c:title>
    <c:plotArea>
      <c:barChart>
        <c:barDir val="col"/>
        <c:grouping val="clustered"/>
        <c:ser>
          <c:idx val="0"/>
          <c:order val="0"/>
          <c:tx>
            <c:v>Series 1</c:v>
          </c:tx>
          <c:cat>
            <c:strRe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numCache>
                <c:ptCount val="4"/>
                <c:pt idx="0">
                  <c:v>28</c:v>
                </c:pt>
                <c:pt idx="1">
                  <c:v>55</c:v>
                </c:pt>
                <c:pt idx="2">
                  <c:v>43</c:v>
                </c:pt>
                <c:pt idx="3">
                  <c:v>91</c:v>
                </c:pt>
              </c:numCache>
            </c:numRef>
          </c:val>
        </c:ser>
      </c:barChart>
    </c:plotArea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Chart via Vela</a:t>
            </a:r>
          </a:p>
        </p:txBody>
      </p:sp>
      <p:graphicFrame>
        <p:nvGraphicFramePr>
          <p:cNvPr id="3" name="Chart 1"/>
          <p:cNvGraphicFramePr/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