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grad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914400" y="457200"/>
            <a:ext cx="7315200" cy="6858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algn="ctr"/>
            <a:r>
              <a:rPr lang="en-US" sz="3600" b="1" dirty="0">
                <a:solidFill>
                  <a:schemeClr val="dk1"/>
                </a:solidFill>
                <a:latin typeface="Calibri"/>
              </a:rPr>
              <a:t xml:space="preserve">PNG in SoftCanvas</a:t>
            </a:r>
          </a:p>
        </p:txBody>
      </p:sp>
      <p:pic>
        <p:nvPicPr>
          <p:cNvPr id="3" name="Gradient"/>
          <p:cNvPicPr/>
          <p:nvPr/>
        </p:nvPicPr>
        <p:blipFill>
          <a:blip r:embed="rId2"/>
          <a:stretch>
            <a:fillRect/>
          </a:stretch>
        </p:blipFill>
        <p:spPr>
          <a:xfrm>
            <a:off x="2286000" y="1600200"/>
            <a:ext cx="4572000" cy="2857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anger">
  <a:themeElements>
    <a:clrScheme name="Range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Rang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Rang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</a:ln>
        <a:ln w="12700">
          <a:solidFill>
            <a:schemeClr val="phClr"/>
          </a:solidFill>
        </a:ln>
        <a:ln w="127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