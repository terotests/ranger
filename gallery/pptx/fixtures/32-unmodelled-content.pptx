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Heading"/>
          <p:cNvSpPr txBox="1"/>
          <p:nvPr/>
        </p:nvSpPr>
        <p:spPr>
          <a:xfrm>
            <a:off x="457200" y="400000"/>
            <a:ext cx="6000000" cy="800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200" dirty="0">
                <a:solidFill>
                  <a:schemeClr val="dk1"/>
                </a:solidFill>
                <a:latin typeface="Calibri"/>
              </a:rPr>
              <a:t xml:space="preserve">Before the diagram</a:t>
            </a:r>
          </a:p>
        </p:txBody>
      </p:sp>
      <mc:AlternateContent xmlns:mc="http://schemas.openxmlformats.org/markup-compatibility/2006">
        <mc:Choice xmlns:adec="http://schemas.microsoft.com/office/drawing/2017/decorative" Requires="adec">
          <p:graphicFrame>
            <p:nvGraphicFramePr>
              <p:cNvPr id="3" name="Diagram 3"/>
              <p:cNvGraphicFramePr/>
              <p:nvPr/>
            </p:nvGraphicFramePr>
            <p:xfrm>
              <a:off x="457200" y="1400000"/>
              <a:ext cx="4000000" cy="2400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0" r:lo="rId11" r:qs="rId12" r:cs="rId13"/>
              </a:graphicData>
            </a:graphic>
          </p:graphicFrame>
        </mc:Choice>
        <mc:Fallback>
          <p:sp>
            <p:nvSpPr>
              <p:cNvPr id="103" name="Diagram fallback"/>
              <p:cNvSpPr/>
              <p:nvPr/>
            </p:nvSpPr>
            <p:spPr>
              <a:xfrm>
                <a:off x="457200" y="1400000"/>
                <a:ext cx="4000000" cy="2400000"/>
              </a:xfrm>
              <a:prstGeom prst="rect">
                <a:avLst/>
              </a:prstGeom>
            </p:spPr>
          </p:sp>
        </mc:Fallback>
      </mc:AlternateContent>
      <p:sp>
        <p:nvSpPr>
          <p:cNvPr id="4" name="Footer"/>
          <p:cNvSpPr txBox="1"/>
          <p:nvPr/>
        </p:nvSpPr>
        <p:spPr>
          <a:xfrm>
            <a:off x="457200" y="4200000"/>
            <a:ext cx="6000000" cy="800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200" dirty="0">
                <a:solidFill>
                  <a:schemeClr val="dk1"/>
                </a:solidFill>
                <a:latin typeface="Calibri"/>
              </a:rPr>
              <a:t xml:space="preserve">After the diagram</a:t>
            </a:r>
          </a:p>
        </p:txBody>
      </p:sp>
      <p:contentPart xmlns:r="http://schemas.openxmlformats.org/officeDocument/2006/relationships" r:id="rId20"/>
      <p:extLst>
        <p:ext uri="{BB962C8B-B14F-4D97-AF65-F5344CB8AC3E}">
          <p14:creationId xmlns:p14="http://schemas.microsoft.com/office/powerpoint/2010/main" val="1234567"/>
        </p:ext>
      </p:extLst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