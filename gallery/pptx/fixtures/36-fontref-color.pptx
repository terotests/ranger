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otherStyle>
      <a:lvl1pPr>
        <a:defRPr sz="1800">
          <a:solidFill>
            <a:srgbClr val="000000"/>
          </a:solidFill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FromStyle"/>
          <p:cNvSpPr/>
          <p:nvPr/>
        </p:nvSpPr>
        <p:spPr>
          <a:xfrm>
            <a:off x="457200" y="457200"/>
            <a:ext cx="4114800" cy="914400"/>
          </a:xfrm>
          <a:prstGeom prst="rect">
            <a:avLst/>
          </a:prstGeom>
          <a:solidFill>
            <a:srgbClr val="1F3864"/>
          </a:solidFill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/>
              <a:t>FromStyle</a:t>
            </a:r>
          </a:p>
        </p:txBody>
      </p:sp>
      <p:sp>
        <p:nvSpPr>
          <p:cNvPr id="3" name="AlsoStyle"/>
          <p:cNvSpPr/>
          <p:nvPr/>
        </p:nvSpPr>
        <p:spPr>
          <a:xfrm>
            <a:off x="457200" y="1600200"/>
            <a:ext cx="4114800" cy="914400"/>
          </a:xfrm>
          <a:prstGeom prst="rect">
            <a:avLst/>
          </a:prstGeom>
          <a:solidFill>
            <a:srgbClr val="1F3864"/>
          </a:solidFill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/>
              <a:t>AlsoStyle</a:t>
            </a:r>
          </a:p>
        </p:txBody>
      </p:sp>
      <p:sp>
        <p:nvSpPr>
          <p:cNvPr id="4" name="Stated"/>
          <p:cNvSpPr/>
          <p:nvPr/>
        </p:nvSpPr>
        <p:spPr>
          <a:xfrm>
            <a:off x="457200" y="2743200"/>
            <a:ext cx="4114800" cy="914400"/>
          </a:xfrm>
          <a:prstGeom prst="rect">
            <a:avLst/>
          </a:prstGeom>
          <a:solidFill>
            <a:srgbClr val="1F3864"/>
          </a:solidFill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>
                <a:solidFill>
                  <a:srgbClr val="FF0000"/>
                </a:solidFill>
              </a:rPr>
              <a:t>Stated</a:t>
            </a:r>
          </a:p>
        </p:txBody>
      </p:sp>
      <p:sp>
        <p:nvSpPr>
          <p:cNvPr id="5" name="Insets"/>
          <p:cNvSpPr txBox="1"/>
          <p:nvPr/>
        </p:nvSpPr>
        <p:spPr>
          <a:xfrm>
            <a:off x="457200" y="3657600"/>
            <a:ext cx="4114800" cy="914400"/>
          </a:xfrm>
          <a:prstGeom prst="rect">
            <a:avLst/>
          </a:prstGeom>
        </p:spPr>
        <p:txBody>
          <a:bodyPr/>
          <a:lstStyle/>
          <a:p>
            <a:r>
              <a:rPr lang="en-GB" sz="1800"/>
              <a:t>Insets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