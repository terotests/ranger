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otherStyle>
      <a:lvl1pPr>
        <a:defRPr sz="1400">
          <a:solidFill>
            <a:srgbClr val="000000"/>
          </a:solidFill>
          <a:latin typeface="Open San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Plain"/>
          <p:cNvSpPr txBox="1"/>
          <p:nvPr/>
        </p:nvSpPr>
        <p:spPr>
          <a:xfrm>
            <a:off x="457200" y="457200"/>
            <a:ext cx="2743200" cy="914400"/>
          </a:xfrm>
          <a:prstGeom prst="rect">
            <a:avLst/>
          </a:prstGeom>
        </p:spPr>
        <p:txBody>
          <a:bodyPr/>
          <a:lstStyle/>
          <a:p>
            <a:pPr/>
            <a:r>
              <a:rPr lang="en-GB"/>
              <a:t>Plain</a:t>
            </a:r>
          </a:p>
        </p:txBody>
      </p:sp>
      <p:grpSp>
        <p:nvGrpSpPr>
          <p:cNvPr id="3" name="Outer group"/>
          <p:cNvGrpSpPr/>
          <p:nvPr/>
        </p:nvGrpSpPr>
        <p:grpSpPr>
          <a:xfrm>
            <a:off x="457200" y="1600200"/>
            <a:ext cx="2743200" cy="2057400"/>
            <a:chOff x="0" y="0"/>
            <a:chExt cx="2743200" cy="2057400"/>
          </a:xfrm>
        </p:grpSpPr>
        <p:sp>
          <p:nvSpPr>
            <p:cNvPr id="4" name="InGroup"/>
            <p:cNvSpPr txBox="1"/>
            <p:nvPr/>
          </p:nvSpPr>
          <p:spPr>
            <a:xfrm>
              <a:off x="457200" y="1600200"/>
              <a:ext cx="2743200" cy="914400"/>
            </a:xfrm>
            <a:prstGeom prst="rect">
              <a:avLst/>
            </a:prstGeom>
          </p:spPr>
          <p:txBody>
            <a:bodyPr/>
            <a:lstStyle/>
            <a:p>
              <a:pPr/>
              <a:r>
                <a:rPr lang="en-GB"/>
                <a:t>InGroup</a:t>
              </a:r>
            </a:p>
          </p:txBody>
        </p:sp>
        <p:grpSp>
          <p:nvGrpSpPr>
            <p:cNvPr id="5" name="Inner group"/>
            <p:cNvGrpSpPr/>
            <p:nvPr/>
          </p:nvGrpSpPr>
          <p:grpSpPr>
            <a:xfrm>
              <a:off x="457200" y="2743200"/>
              <a:ext cx="2743200" cy="914400"/>
              <a:chOff x="0" y="0"/>
              <a:chExt cx="2743200" cy="914400"/>
            </a:xfrm>
          </p:grpSpPr>
          <p:sp>
            <p:nvSpPr>
              <p:cNvPr id="6" name="Deeper"/>
              <p:cNvSpPr txBox="1"/>
              <p:nvPr/>
            </p:nvSpPr>
            <p:spPr>
              <a:xfrm>
                <a:off x="457200" y="2743200"/>
                <a:ext cx="2743200" cy="914400"/>
              </a:xfrm>
              <a:prstGeom prst="rect">
                <a:avLst/>
              </a:prstGeom>
            </p:spPr>
            <p:txBody>
              <a:bodyPr/>
              <a:lstStyle/>
              <a:p>
                <a:pPr/>
                <a:r>
                  <a:rPr lang="en-GB"/>
                  <a:t>Deeper</a:t>
                </a: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